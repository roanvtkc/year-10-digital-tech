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Web documents: content/structure/presentation (HTML/CSS)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16 Feb - 20 Feb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build a semantic HTML page and style it using a separate CSS file.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learn the roles of HTML and CSS and build a simple page using semantic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HTML structure vs CSS presentation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Semantic tags (header, nav, main, section, footer)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CSS selectors and basic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Build a semantic HTML page and separate CSS for structure vs presentation.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Guided practice or studio time aligned to the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Sketch a simple page layout.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Build the HTML structure using semantic tags.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Apply at least five CSS styles.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Evidence: HTML/CSS page with explanation of structure/presentation.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Classwork artefact or screenshot.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DR10-1 (WA10DIGDR1)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List three semantic tags and their purpose.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
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pic>
        <p:nvPicPr>
          <p:cNvPr id="4" name="Picture 3" descr="tkc-c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005840" cy="100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37360" y="1097280"/>
            <a:ext cx="6949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865"/>
                </a:solidFill>
              </a:defRPr>
            </a:pPr>
            <a:r>
              <a:t>Term 1 – Week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011680"/>
            <a:ext cx="6949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Web documents: content/structure/presentation (HTML/CSS)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651760"/>
            <a:ext cx="6949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B5563"/>
                </a:solidFill>
              </a:defRPr>
            </a:pPr>
            <a:r>
              <a:t>16 Feb - 20 Feb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Lesson Objective &amp;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Objective: I can build a semantic HTML page and style it using a separate CSS file.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Overview: We will learn the roles of HTML and CSS and build a simple page using semantic elements.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Key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HTML structure vs CSS presentation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Semantic tags (header, nav, main, section, footer)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CSS selectors and basic layout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Lesson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Build a semantic HTML page and separate CSS for structure vs presentation.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Mini-lesson on key concepts and vocabulary.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Guided practice or studio time aligned to the focus.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Workshop /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Sketch a simple page layout.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Build the HTML structure using semantic tags.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Apply at least five CSS styles.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Year 10 Digital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865"/>
                </a:solidFill>
              </a:defRPr>
            </a:pPr>
            <a:r>
              <a:t>Checkpoint &amp; Exit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7772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11827"/>
                </a:solidFill>
              </a:defRPr>
            </a:pPr>
            <a:r>
              <a:t>Evidence: HTML/CSS page with explanation of structure/presentation.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Evidence: Classwork artefact or screenshot.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Outcome tags: DR10-1 (WA10DIGDR1)</a:t>
            </a:r>
          </a:p>
          <a:p>
            <a:pPr>
              <a:defRPr sz="2000">
                <a:solidFill>
                  <a:srgbClr val="111827"/>
                </a:solidFill>
              </a:defRPr>
            </a:pPr>
            <a:r>
              <a:t>Exit ticket: List three semantic tags and their purpose.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
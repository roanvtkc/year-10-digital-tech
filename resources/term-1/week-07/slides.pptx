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Design brief drafting, project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16 Mar - 20 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draft a design brief and plan tasks using a sprint board.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write a clear design brief and plan tasks, risks, and time estimates.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Design brief sections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Success criteria and constraints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Planning tools (Kanban, sprint board)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Draft a design brief with success criteria and constraints.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Plan work in a sprint board with tasks, risks and time estimates.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Draft the design brief.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Create a sprint plan with tasks and estimates.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Identify one risk and mitigation.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Evidence: Design brief document.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Updated project plan and task board.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ID10-2 (WA10DIGDTID2), PM10-1 (WA10DIGDTPM1)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Three tasks you will complete next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
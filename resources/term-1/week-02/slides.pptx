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pic>
        <p:nvPicPr>
          <p:cNvPr id="4" name="Picture 3" descr="tkc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1097280"/>
            <a:ext cx="6949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65"/>
                </a:solidFill>
              </a:defRPr>
            </a:pPr>
            <a:r>
              <a:t>Term 1 – Week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Hardware specs, performance, suitability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6517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9 Feb - 13 Feb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Objective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Objective: I can compare hardware specifications and justify which device is best for a given task.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Overview: We will compare CPU, RAM, storage, and GPU specs, then justify a device choice using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CPU, RAM, storage, GPU, I/O basics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Benchmarking and performance indicators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Matching specs to task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Compare hardware specifications and justify device choices for a task.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Mini-lesson on key concepts and vocabulary.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Guided practice or studio time aligned to the focus.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Workshop /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Compare at least two devices using a table.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Select the best device for a given task.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Write a short justification using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Checkpoint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Evidence: Hardware justification table.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Classwork artefact or screenshot.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 tags: DS10-2 (scope/sequence)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Exit ticket: Which component matters most for your chosen task and why?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
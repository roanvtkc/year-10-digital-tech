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Prototype build, iterate on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9 Mar - 13 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improve a prototype using feedback and evaluation criteria.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gather feedback, record improvements, and update prototypes.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Feedback collection methods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Evaluation criteria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Iteration and change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Design and prototype UX/UI screens based on user requirements.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Evaluate the solution against criteria and record improvements.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Collect feedback from peers.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Record changes and update prototype.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Summarise improvements.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Evidence: Prototype screens with feedback notes.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Evaluation notes and improvement list.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DI10-2 (WA10DIGDI2), EV10-1 (WA10DIGDTEV1)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Top improvement you made and why.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
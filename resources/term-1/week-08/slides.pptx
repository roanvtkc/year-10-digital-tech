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Present prototype and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23 Mar - 27 Mar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present my prototype, explain design decisions, and update my plan.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present prototypes, evaluate against criteria, and refine plans.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Presentation structure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Evidence-based evaluation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Next steps and planning updates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Evaluate the solution against criteria and record improvements.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Plan work in a sprint board with tasks, risks and time estimates.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Present prototype and rationale.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Collect peer feedback.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Update plan based on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Checkpoint: Major project proposal kickoff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Evaluation notes and improvement list.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Updated project plan and task board.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EV10-1 (WA10DIGDTEV1), PM10-1 (WA10DIGDTPM1)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Best feedback received and next action.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
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Year 10 Digital Technologies</a:t>
            </a:r>
          </a:p>
        </p:txBody>
      </p:sp>
      <p:pic>
        <p:nvPicPr>
          <p:cNvPr id="4" name="Picture 3" descr="tkc-c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05840" cy="10058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37360" y="1097280"/>
            <a:ext cx="69494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3865"/>
                </a:solidFill>
              </a:defRPr>
            </a:pPr>
            <a:r>
              <a:t>Term 1 – Week 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2011680"/>
            <a:ext cx="69494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Present prototype and rationale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2651760"/>
            <a:ext cx="694944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4B5563"/>
                </a:solidFill>
              </a:defRPr>
            </a:pPr>
            <a:r>
              <a:t>23 Mar - 27 Mar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Year 10 Digital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865"/>
                </a:solidFill>
              </a:defRPr>
            </a:pPr>
            <a:r>
              <a:t>Lesson Objective &amp;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Objective: I can present my prototype, explain design decisions, and update my plan.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Overview: We will present prototypes, evaluate against criteria, and refine plans.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Year 10 Digital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865"/>
                </a:solidFill>
              </a:defRPr>
            </a:pPr>
            <a: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Presentation structure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Evidence-based evaluation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Next steps and planning updates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Year 10 Digital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865"/>
                </a:solidFill>
              </a:defRPr>
            </a:pPr>
            <a:r>
              <a:t>Lesson Sequence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Evaluate the solution against criteria and record improvements.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Plan work in a sprint board with tasks, risks and time estimates.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Mini-lesson on key concepts and vocabulary.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Year 10 Digital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865"/>
                </a:solidFill>
              </a:defRPr>
            </a:pPr>
            <a:r>
              <a:t>Workshop / Activity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Present prototype and rationale.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Collect peer feedback.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Update plan based on feedback.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rgbClr val="00386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45720"/>
            <a:ext cx="8595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Year 10 Digital Technologies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865"/>
                </a:solidFill>
              </a:defRPr>
            </a:pPr>
            <a:r>
              <a:t>Checkpoint &amp; Exit Ticket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7772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111827"/>
                </a:solidFill>
              </a:defRPr>
            </a:pPr>
            <a:r>
              <a:t>Checkpoint: Major project proposal kickoff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Evidence: Evaluation notes and improvement list.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Evidence: Updated project plan and task board.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Outcome tags: EV10-1 (WA10DIGDTEV1), PM10-1 (WA10DIGDTPM1)</a:t>
            </a:r>
          </a:p>
          <a:p>
            <a:pPr>
              <a:defRPr sz="2000">
                <a:solidFill>
                  <a:srgbClr val="111827"/>
                </a:solidFill>
              </a:defRPr>
            </a:pPr>
            <a:r>
              <a:t>Exit ticket: Best feedback received and next action.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
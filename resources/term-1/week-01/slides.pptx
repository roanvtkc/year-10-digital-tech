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Year 10 Digital Technologies</a:t>
            </a:r>
          </a:p>
        </p:txBody>
      </p:sp>
      <p:pic>
        <p:nvPicPr>
          <p:cNvPr id="4" name="Picture 3" descr="tkc-c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0584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37360" y="1097280"/>
            <a:ext cx="6949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865"/>
                </a:solidFill>
              </a:defRPr>
            </a:pPr>
            <a:r>
              <a:t>Term 1 – Week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011680"/>
            <a:ext cx="6949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Course launch, major project overview, digital systems intro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651760"/>
            <a:ext cx="6949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t>2 Feb - 6 Feb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Year 10 Digital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865"/>
                </a:solidFill>
              </a:defRPr>
            </a:pPr>
            <a:r>
              <a:t>Lesson Objective &amp;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Objective: I can explain what this course is about, describe the major project, and show how data moves through a digital system.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Overview: We will launch the course, unpack the major project, and complete a short digital systems diagnostic task.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Year 10 Digital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865"/>
                </a:solidFill>
              </a:defRPr>
            </a:pPr>
            <a: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Course expectations and assessment structure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Major project phases and milestones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Digital system components (input, process, storage, output)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Data flow and security points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Year 10 Digital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865"/>
                </a:solidFill>
              </a:defRPr>
            </a:pPr>
            <a:r>
              <a:t>Lesson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Map a secure data flow and identify potential attack points.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Mini-lesson on key concepts and vocabulary.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Guided practice or studio time aligned to the focus.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Year 10 Digital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865"/>
                </a:solidFill>
              </a:defRPr>
            </a:pPr>
            <a:r>
              <a:t>Workshop /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Choose a simple system (login, online order, ticket scan).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Map data flow and identify at least 2 risks.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Suggest one mitigation for each risk.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Year 10 Digital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865"/>
                </a:solidFill>
              </a:defRPr>
            </a:pPr>
            <a:r>
              <a:t>Checkpoint &amp; Exit Ticket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Checkpoint: Baseline diagnostic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Evidence: Annotated data-flow diagram and threat notes.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Evidence: Classwork artefact or screenshot.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Outcome tags: DS10-1 (WA10DIGDS1)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Exit ticket: One risk in a digital system and a mitigation.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
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Course launch, major project overview, digital systems intro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2 Feb - 6 Feb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explain what this course is about, describe the major project, and show how data moves through a digital system.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launch the course, unpack the major project, and complete a short digital systems diagnostic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Course expectations and assessment structure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Major project phases and milestones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Digital system components (input, process, storage, output)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Data flow and security points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Map a secure data flow and identify potential attack points.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Guided practice or studio time aligned to the focus.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Choose a simple system (login, online order, ticket scan).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Map data flow and identify at least 2 risks.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Suggest one mitigation for each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Checkpoint: Baseline diagnostic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Annotated data-flow diagram and threat notes.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Classwork artefact or screenshot.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DS10-1 (WA10DIGDS1)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One risk in a digital system and a mitigation.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
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Client needs, data gathering for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23 Feb - 27 Feb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gather client needs and define the problem, audience, and constraints.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collect stakeholder data and draft a clear problem statement for A1.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Stakeholders and client needs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Research methods (survey, interview, observation)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Problem framing and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Gather stakeholder data and define client needs and constraints.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Define the problem and audience through evidence and interviews.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Conduct a short interview or survey.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Summarise key needs and constraints.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Draft a problem statement.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Checkpoint: Minor A1 brief issued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Client needs statement with evidence.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Problem definition and audience summary.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DI10-1 (WA10DIGDI1), ID10-1 (WA10DIGDTID1)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One client need and one constraint with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
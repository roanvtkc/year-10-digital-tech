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Consolidation and reflections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30 Mar - 2 Apr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finalise my design brief and justify technology choices.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submit A1 and refine the major project brief with evidence and trade-offs.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Finalising a design brief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Technology trade-offs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Reflection and goal setting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Draft a design brief with success criteria and constraints.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Investigate technologies and constraints and summarise trade-offs.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Finalise design brief and submit A1.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Complete a trade-off table.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Write a reflection on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Checkpoint: Minor A1 due; Major project brief draft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Design brief document.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Technology comparison summary.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ID10-2 (WA10DIGDTID2), ID10-3 (WA10DIGDTID3)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One trade-off and why you chose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
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pic>
        <p:nvPicPr>
          <p:cNvPr id="4" name="Picture 3" descr="tkc-c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05840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1097280"/>
            <a:ext cx="6949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65"/>
                </a:solidFill>
              </a:defRPr>
            </a:pPr>
            <a:r>
              <a:t>Term 1 – Week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011680"/>
            <a:ext cx="6949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UX/UI design, wireframes, criteria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651760"/>
            <a:ext cx="6949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B5563"/>
                </a:solidFill>
              </a:defRPr>
            </a:pPr>
            <a:r>
              <a:t>2 Mar - 6 Mar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Objective &amp;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Objective: I can design wireframes and evaluate options against criteria.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Overview: We will build low-fidelity wireframes and test them against success criteria.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UX vs UI and wireframes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Design criteria and constraints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Evaluating alternatives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Design and prototype UX/UI screens based on user requirements.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Sketch alternative solutions and evaluate them against criteria.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Mini-lesson on key concepts and vocabulary.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Workshop /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Sketch two layout options.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Build a wireframe for the best option.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Evaluate using criteria.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Checkpoint &amp; Exit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Evidence: Prototype screens with feedback notes.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Evidence: Alternatives sketch set with criteria notes.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Outcome tags: DI10-2 (WA10DIGDI2), DSN10-1 (WA10DIGDTDE1)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Exit ticket: One design decision and the criterion it meets.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
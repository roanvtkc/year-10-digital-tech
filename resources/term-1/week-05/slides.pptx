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UX/UI design, wireframes,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2 Mar - 6 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design wireframes and evaluate options against criteria.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build low-fidelity wireframes and test them against success criteria.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UX vs UI and wireframes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Design criteria and constraints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Evaluating alternatives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Design and prototype UX/UI screens based on user requirements.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Sketch alternative solutions and evaluate them against criteria.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Sketch two layout options.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Build a wireframe for the best option.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Evaluate using 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Evidence: Prototype screens with feedback notes.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Alternatives sketch set with criteria notes.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DI10-2 (WA10DIGDI2), DSN10-1 (WA10DIGDTDE1)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One design decision and the criterion it meets.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